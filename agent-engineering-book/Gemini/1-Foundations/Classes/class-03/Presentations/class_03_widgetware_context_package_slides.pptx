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Today we will build the structured business context that the future agent will use.</a:t>
            </a:r>
            <a:endParaRPr sz="18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Today we will build the structured business context that the future agent will use.</a:t>
            </a:r>
            <a:endParaRPr sz="18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far, we have been building shared understanding. Now we start converting that understanding into files, rules, tests, and repository structure.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important. A common mistake is to jump straight into the agent. But a useful agent needs clean context first. If the context is messy, the agent will be messy.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output of today’s class is a clean context package. This package will later become the input to our first narrow WidgetWare SDR agent.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mix everything into one prompt, we lose control. Separating context lets us test, inspect, and improve the system safely.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starting clean in my-work/class-03. We are not copying the Class 2 golden solution unless there is a real dependency. Class 3 gets its own focused starter.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facts should not be buried inside prompts. Products, ICP rules, and policy boundaries should live in structured configuration so the system can inspect them.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agent needs stable instructions. These instructions should say what the agent can use, what it must not do, and how it handles uncertainty.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context builder is the heart of today’s lab. It packages the right information in the right place without letting task data override policy.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scenarios teach students that agents are not just about happy paths. We need to test weak evidence, bad-fit accounts, and malicious or misleading input.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deliverable is not “the agent works.” The deliverable is “the agent’s future context is structured, testable, and safe.”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work becomes the foundation for Class 4. Once the context package is clean, we can connect it to ADK and Gemini in a controlled way.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485650"/>
            <a:ext cx="9144000" cy="36579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35988" y="83267"/>
            <a:ext cx="1829494" cy="86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-150" y="-28075"/>
            <a:ext cx="9144000" cy="96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 rot="10800000">
            <a:off x="44825" y="829200"/>
            <a:ext cx="9099300" cy="43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135725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81400" y="1112250"/>
            <a:ext cx="4279500" cy="3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❖"/>
              <a:defRPr sz="17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212529"/>
              </a:buClr>
              <a:buSzPts val="1200"/>
              <a:buChar char="➢"/>
              <a:defRPr sz="1500" u="sng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◆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➢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◆"/>
              <a:defRPr sz="1200"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694250" y="10001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hasCustomPrompt="1" type="title"/>
          </p:nvPr>
        </p:nvSpPr>
        <p:spPr>
          <a:xfrm>
            <a:off x="0" y="1669675"/>
            <a:ext cx="9144000" cy="1059300"/>
          </a:xfrm>
          <a:prstGeom prst="rect">
            <a:avLst/>
          </a:prstGeom>
          <a:solidFill>
            <a:srgbClr val="4285F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ctrTitle"/>
          </p:nvPr>
        </p:nvSpPr>
        <p:spPr>
          <a:xfrm>
            <a:off x="0" y="1819275"/>
            <a:ext cx="91440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Class 3: Build the WidgetWare SDR Context Package</a:t>
            </a:r>
            <a:endParaRPr/>
          </a:p>
        </p:txBody>
      </p:sp>
      <p:sp>
        <p:nvSpPr>
          <p:cNvPr id="60" name="Google Shape;60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Are in the Course</a:t>
            </a:r>
            <a:endParaRPr/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already covered: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agents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an SDR does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WidgetWare fits the SDR workflow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Antigravity IDE setup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we move from concept to implementation.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Not Building Yet</a:t>
            </a:r>
            <a:endParaRPr/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we are not building: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ADK agent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Gemini calls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automation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CRM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Deployment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Building</a:t>
            </a:r>
            <a:endParaRPr/>
          </a:p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we build: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WidgetWare product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 Customer Profile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SDR policies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builder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scenarios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Context Comes Before the Agent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good agent needs separated context: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System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Business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Task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Workflow state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3 Repository Structure</a:t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will create: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my-work/class-03/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├── config/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├── docs/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├── src/widgetware_sdr/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└── tests/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Files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Inside config/: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products.yaml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icp.yaml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policies.yaml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hold stable business rules.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Instructions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src/widgetware_sdr/instructions.py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instructions define: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Agent role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Evidence rules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Safety boundaries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Escalation behavior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Builder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src/widgetware_sdr/context_builder.py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assembles: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Account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Required Scenarios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test: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Qualified account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Unqualified account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Insufficient 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 injection attempt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Done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3 is complete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files 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layers are separate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Tests pass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ADK agent exists yet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external action exists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Enables Next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class: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 4: Build the first narrow WidgetWare SDR agent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will use today’s context package.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